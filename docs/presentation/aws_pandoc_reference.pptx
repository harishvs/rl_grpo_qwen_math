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7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7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7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7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microsoft.com/office/2007/relationships/hdphoto" Target="../media/hdphoto1.wdp"/><Relationship Id="rId4" Type="http://schemas.openxmlformats.org/officeDocument/2006/relationships/image" Target="../media/image20.png"/><Relationship Id="rId5" Type="http://schemas.microsoft.com/office/2007/relationships/hdphoto" Target="../media/hdphoto2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7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7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7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7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emf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emf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emf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emf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emf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emf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emf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emf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emf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emf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emf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emf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emf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gradi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3C42571-C3C7-BB4F-8DBE-9009660F6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9" y="0"/>
            <a:ext cx="9148572" cy="51481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3B2132D-A1B1-5764-F0F5-6BF6201335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4440308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DCA0C-C743-7C13-1048-4B608BDA0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2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C59D3C-F265-A7AD-B75C-9AB19FCED4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8572" cy="5148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4862A-6AB7-E467-D991-630FEA6FDD67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808E5A7-4382-4716-425E-13DED85CFD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4186860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47757C-0DDD-451F-5FA6-599FEA16E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02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a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0D784-1856-E6F0-2FE8-22F9BA2AD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8572" cy="514875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857752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E41BE-4940-1A8A-B3B0-A5C1866A9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07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F9A62-7E9C-9155-60B3-DE1EBCCA62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B2890-FFC0-70FD-D6C2-F77566C0A1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363523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19C3E-FFEE-8653-760C-8C7C7487D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9" y="2180040"/>
            <a:ext cx="3635238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52E65A-C3A6-A324-9DBD-1692BC9C1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2688536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FD7A6-4AE3-CF7B-0ECD-9361728BB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52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do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4AEEB-00A1-474B-00D0-DDD5D300C8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857752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FD1530-6EEE-43D2-6940-FBA7AEDC1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0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1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1FE67-1AE0-7E15-D9C8-0DE34C456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4"/>
          </a:xfrm>
          <a:prstGeom prst="rect">
            <a:avLst/>
          </a:prstGeom>
        </p:spPr>
      </p:pic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DD5150A-FE86-8152-87B7-C2D70ED254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031675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81C8688-9D6A-BF10-BEBC-3DA5A5B847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33815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D90A8D5-E35A-9FD5-25B5-058F97314B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33815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AEC8D7-9550-DA01-906E-36D45D26F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61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1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5D8C6-5936-75B2-41A8-B08B59803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8572" cy="5148752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7010478-7631-CBAD-ABD2-DCE97BFB28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031675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6DE92-7E05-482B-31B6-63F3987E2B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33815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D1DD255-6821-0604-B98A-AB7C9ACF2D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33815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31ED6-FE83-50D2-06F3-150432084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9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1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96C1A4-0164-737C-156C-71FDB46C67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8572" cy="514875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3D8AEC-AADD-513C-C405-9D1744F244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031675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038297-A4B2-A0C4-B665-94BC8F287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33815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D4FB41-C35A-3647-E2E1-C3F4E51A4E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33815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4996EC-600B-1977-F90F-35032F945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75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2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2876E5-AA9E-A119-66B7-401EA470E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8572" cy="5148753"/>
          </a:xfrm>
          <a:prstGeom prst="rect">
            <a:avLst/>
          </a:prstGeom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7D6578-A595-2995-11FE-3C12B029D2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4764873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6AF514D-A502-E187-8F58-81F671E3C3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7531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A69EC84-44BB-6261-9294-72DDBB1267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7531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5A4E8-FE68-855C-8B74-2B3C7E24F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7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2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DBA8FA-1DDD-F8BE-38DD-420B3FF296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8572" cy="5148753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3A0A336-7F82-18AB-F951-1CA3F4396F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4764873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30141D-1716-8772-4FBD-0591A9B08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7531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23947B2-F125-5BD0-E29F-192A254043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7531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A8C35F-4DFD-1FC6-9FC4-4975D7E6A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2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A244FF-AEB3-7746-A476-22D4D31681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4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9C0F65C-0207-5277-70D2-B3FF6265C0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297064"/>
            <a:ext cx="4764873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D99941-30E1-F4B8-528D-F9E88C539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753100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79B4E2E-7E76-FBD4-6CF5-43AE0378F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753100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E89007-7EC8-B366-1E16-47FC500E8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49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3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284656-3D7A-D93F-5279-2648F3124B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4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E7B581-8888-FCF4-F40A-8BA28C3D9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857752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47242D-972F-4309-7F83-5050A313D5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DF7D4D-BAD2-3932-84C6-F6589DD014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1DE94E-24A2-25CD-D46E-F6E5F66EF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50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3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24F378-10ED-B568-A9ED-561B9CA470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4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E7B581-8888-FCF4-F40A-8BA28C3D9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857752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47242D-972F-4309-7F83-5050A313D5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DF7D4D-BAD2-3932-84C6-F6589DD014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FAB92-E2D3-DED9-A745-362ED13BB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71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Color set 1 - block comp 3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704F0-AF1C-C83A-9643-B6E8BD2E59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9148572" cy="5148753"/>
          </a:xfrm>
          <a:prstGeom prst="rect">
            <a:avLst/>
          </a:prstGeom>
        </p:spPr>
      </p:pic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E7B581-8888-FCF4-F40A-8BA28C3D9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8" y="1297064"/>
            <a:ext cx="4857752" cy="28969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425" b="1" i="0" cap="all" spc="225" baseline="0">
                <a:solidFill>
                  <a:srgbClr val="FFD7BC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>
              <a:defRPr sz="1800"/>
            </a:pPr>
            <a:r>
              <a:rPr lang="en-US" dirty="0" sz="1800"/>
              <a:t>Enter session ID if required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47242D-972F-4309-7F83-5050A313D5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1594619"/>
            <a:ext cx="4845749" cy="590931"/>
          </a:xfrm>
        </p:spPr>
        <p:txBody>
          <a:bodyPr wrap="square" anchor="t" anchorCtr="0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DF7D4D-BAD2-3932-84C6-F6589DD014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2180040"/>
            <a:ext cx="4845749" cy="424732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2400" b="0" i="0" cap="none" spc="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3262284"/>
            <a:ext cx="2847977" cy="30008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500" b="0" i="0" cap="none" spc="0" baseline="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3571876"/>
            <a:ext cx="2847977" cy="424732"/>
          </a:xfrm>
        </p:spPr>
        <p:txBody>
          <a:bodyPr wrap="square"/>
          <a:lstStyle>
            <a:lvl1pPr marL="0" indent="0">
              <a:spcAft>
                <a:spcPts val="225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job title</a:t>
            </a:r>
            <a:br>
              <a:rPr lang="en-US" dirty="0"/>
            </a:br>
            <a:r>
              <a:rPr lang="en-US" dirty="0" sz="1800"/>
              <a:t>Speaker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5C811-CC15-561B-D701-6F904C4DF9C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E59B6FD5-3D56-C643-A5C0-5E9DC034BBB5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2674C5-955D-D06A-01D3-DBA70D840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202" y="4136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9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5875"/>
            <a:ext cx="8229600" cy="2518638"/>
          </a:xfrm>
        </p:spPr>
        <p:txBody>
          <a:bodyPr/>
          <a:lstStyle>
            <a:lvl1pPr marL="0" indent="0">
              <a:spcAft>
                <a:spcPts val="2250"/>
              </a:spcAft>
              <a:buNone/>
              <a:defRPr sz="1800"/>
            </a:lvl1pPr>
            <a:lvl2pPr marL="0" indent="0">
              <a:spcAft>
                <a:spcPts val="2250"/>
              </a:spcAft>
              <a:buNone/>
              <a:defRPr sz="1800"/>
            </a:lvl2pPr>
            <a:lvl3pPr marL="0" indent="0">
              <a:spcAft>
                <a:spcPts val="2250"/>
              </a:spcAft>
              <a:buNone/>
              <a:defRPr sz="1800"/>
            </a:lvl3pPr>
            <a:lvl4pPr marL="0" indent="0">
              <a:spcAft>
                <a:spcPts val="2250"/>
              </a:spcAft>
              <a:buNone/>
              <a:defRPr sz="1800"/>
            </a:lvl4pPr>
            <a:lvl5pPr marL="0" indent="0">
              <a:spcAft>
                <a:spcPts val="2250"/>
              </a:spcAft>
              <a:buNone/>
              <a:defRPr sz="1800"/>
            </a:lvl5pPr>
          </a:lstStyle>
          <a:p>
            <a:pPr lvl="0">
              <a:defRPr sz="1800"/>
            </a:pPr>
            <a:r>
              <a:rPr lang="en-US" dirty="0" sz="1800"/>
              <a:t>Enter high-level agenda items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2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3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10CAA-001C-4D0F-BB74-F1ACD384C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75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gradient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DB2D0-5F77-04C0-2EEB-C0A3EBDE64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7CCF7-62E4-28AF-9A1A-75F395CB2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796643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CB08E-27A5-819C-8D86-6F9F0C8DB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95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26E677-D1C5-41E6-B3CE-AC80B7D7D6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8572" cy="514875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59A860-C1F5-7D46-E706-D9EE50AED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685801"/>
            <a:ext cx="5446643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32FEC2-CD43-9A1D-850C-D33363A53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81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1 - ba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00E64-3299-BF8F-E232-ACAC613B2D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" y="0"/>
            <a:ext cx="9148572" cy="515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3C913-FA12-0C9D-9A6C-69A370C16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22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B3CAF-A6C8-712D-FE81-25FA661C5A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62B1E24-2F55-DBDC-1AA7-EE409766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685801"/>
            <a:ext cx="4000500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657C1D-C5E0-8A3C-7184-64DE6E94F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1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1 - do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18C3E-D427-F0CF-1F30-E153B940F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680"/>
            <a:ext cx="9148572" cy="5151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97AF2-8059-54E2-1070-AF2D3AB23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66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1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D2B19-4EA4-DF59-649D-5480EC3E37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946F0-A185-FFF4-1D0B-E2D40EEE1A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109FF-18BA-C1AC-F51D-AEA75A47C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47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1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69425-1C76-F52F-215F-A4216A65E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8572" cy="514875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5CEBBA-CDF9-4014-F7E7-25A178581A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5F17F4-AB3B-042C-E36E-BB7F9C93E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6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1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687ECE-B521-25A2-FDD7-C7E402C3E1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8572" cy="514875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EF94B4-4224-A713-F6C8-8FBCFAE51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BC946-55CB-19F8-8CDB-FA330BC76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00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2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58375B-14F6-0E1C-8297-1B701C9D56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0"/>
            <a:ext cx="9148572" cy="515143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CAD08-F689-789A-EE02-7CC506A2A5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4678846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4BAB9-5F93-BB2C-DA4A-D7EDAE69C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74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2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2F5ECD-5B30-B738-2159-D146758FF0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1"/>
            <a:ext cx="9148572" cy="515143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7B6B4-020D-0BAF-B7FE-C90B47997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4678846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8B519-60F8-B5C1-A0C6-F58DB0421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97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2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29408D-A949-4A1A-DF4A-2B019C0B17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-1"/>
            <a:ext cx="9148572" cy="515143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376F5-8CCD-AA97-FB36-9BAD6123A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4678846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E3FA7-1791-D3A3-D96C-9C74F7269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88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3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33242-4FD7-7FCC-DEF5-EA03551FB2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1"/>
            <a:ext cx="9148572" cy="515143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8ED315-393E-6E3B-DDFB-3197CB48F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21AB80-E24D-D01E-BD70-DF9E8160E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8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3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4DA22B-B4F2-E7A5-BDC1-7D10FCFD2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-1"/>
            <a:ext cx="9148572" cy="515143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B544F4-F988-1428-A7FD-14662643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F2C71-7BF8-DD8C-F2E4-EAE7563EF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56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Color set 1 - block comp 3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9E345-A6C7-7325-7526-E8F1D12F0A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1"/>
            <a:ext cx="9148572" cy="515143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CA99D-F312-4896-9CB8-88D2E4921513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D1678136-60AD-1144-8D64-7A5B04B9922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9602F3-48CC-1CEE-0535-D845FE351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5640457" cy="4247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D394C1-6A05-5FE3-F7C4-E5A87B406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59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91976"/>
            <a:ext cx="8229600" cy="216982"/>
          </a:xfrm>
        </p:spPr>
        <p:txBody>
          <a:bodyPr/>
          <a:lstStyle>
            <a:lvl1pPr marL="0" indent="0">
              <a:buNone/>
              <a:defRPr sz="900" b="1" i="0" cap="all" spc="225" baseline="0"/>
            </a:lvl1pPr>
          </a:lstStyle>
          <a:p>
            <a:pPr lvl="0"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4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406E-49D4-4042-B360-7083D5E4F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87372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85875"/>
            <a:ext cx="8229600" cy="1932324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/>
            </a:lvl1pPr>
            <a:lvl2pPr marL="214313" indent="0">
              <a:spcAft>
                <a:spcPts val="1350"/>
              </a:spcAft>
              <a:buNone/>
              <a:defRPr/>
            </a:lvl2pPr>
            <a:lvl3pPr marL="471488" indent="0">
              <a:spcAft>
                <a:spcPts val="1350"/>
              </a:spcAft>
              <a:buNone/>
              <a:defRPr/>
            </a:lvl3pPr>
            <a:lvl4pPr marL="685800" indent="0">
              <a:spcAft>
                <a:spcPts val="1350"/>
              </a:spcAft>
              <a:buNone/>
              <a:defRPr/>
            </a:lvl4pPr>
            <a:lvl5pPr marL="857250" indent="0">
              <a:spcAft>
                <a:spcPts val="1350"/>
              </a:spcAft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85875"/>
            <a:ext cx="8229600" cy="167584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91976"/>
            <a:ext cx="8229600" cy="216982"/>
          </a:xfrm>
        </p:spPr>
        <p:txBody>
          <a:bodyPr/>
          <a:lstStyle>
            <a:lvl1pPr marL="0" indent="0">
              <a:buNone/>
              <a:defRPr sz="900" b="1" i="0" cap="all" spc="225" baseline="0"/>
            </a:lvl1pPr>
          </a:lstStyle>
          <a:p>
            <a:pPr lvl="0"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00200"/>
            <a:ext cx="8229600" cy="1932324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/>
            </a:lvl1pPr>
            <a:lvl2pPr marL="214313" indent="0">
              <a:spcAft>
                <a:spcPts val="1350"/>
              </a:spcAft>
              <a:buNone/>
              <a:defRPr/>
            </a:lvl2pPr>
            <a:lvl3pPr marL="471488" indent="0">
              <a:spcAft>
                <a:spcPts val="1350"/>
              </a:spcAft>
              <a:buNone/>
              <a:defRPr/>
            </a:lvl3pPr>
            <a:lvl4pPr marL="685800" indent="0">
              <a:spcAft>
                <a:spcPts val="1350"/>
              </a:spcAft>
              <a:buNone/>
              <a:defRPr/>
            </a:lvl4pPr>
            <a:lvl5pPr marL="857250" indent="0">
              <a:spcAft>
                <a:spcPts val="1350"/>
              </a:spcAft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92776"/>
            <a:ext cx="8229600" cy="216982"/>
          </a:xfrm>
        </p:spPr>
        <p:txBody>
          <a:bodyPr/>
          <a:lstStyle>
            <a:lvl1pPr marL="0" indent="0">
              <a:buNone/>
              <a:defRPr sz="900" b="1" i="0" cap="all" spc="225" baseline="0"/>
            </a:lvl1pPr>
          </a:lstStyle>
          <a:p>
            <a:pPr lvl="0"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85900"/>
            <a:ext cx="8229600" cy="1675843"/>
          </a:xfrm>
        </p:spPr>
        <p:txBody>
          <a:bodyPr/>
          <a:lstStyle>
            <a:lvl1pPr>
              <a:defRPr/>
            </a:lvl1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3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4000500" cy="75713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28776"/>
            <a:ext cx="4000500" cy="1095428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6300" y="0"/>
            <a:ext cx="4457700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>
              <a:defRPr sz="1800"/>
            </a:pPr>
            <a:r>
              <a:rPr lang="en-US" dirty="0" sz="180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285875"/>
            <a:ext cx="3936206" cy="1786899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285874"/>
            <a:ext cx="3936207" cy="1786899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8183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307735"/>
            <a:ext cx="3936492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606165"/>
            <a:ext cx="3936492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50594" y="1307735"/>
            <a:ext cx="3936492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50594" y="1606165"/>
            <a:ext cx="3936492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6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8183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307735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606165"/>
            <a:ext cx="2612898" cy="1008738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65551" y="1307735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1606165"/>
            <a:ext cx="2612898" cy="1008738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902" y="1307735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1606165"/>
            <a:ext cx="2612898" cy="1008738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8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8183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25473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/>
            </a:lvl1pPr>
          </a:lstStyle>
          <a:p>
            <a:pPr>
              <a:defRPr sz="1800"/>
            </a:pPr>
            <a:r>
              <a:rPr lang="en-US" dirty="0" sz="180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2742022"/>
            <a:ext cx="2612898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3824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/>
            </a:lvl1pPr>
          </a:lstStyle>
          <a:p>
            <a:pPr>
              <a:defRPr sz="1800"/>
            </a:pPr>
            <a:r>
              <a:rPr lang="en-US" dirty="0" sz="180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65551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265550" y="2742022"/>
            <a:ext cx="2612898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742176" y="1165027"/>
            <a:ext cx="1276350" cy="1111448"/>
          </a:xfrm>
        </p:spPr>
        <p:txBody>
          <a:bodyPr>
            <a:noAutofit/>
          </a:bodyPr>
          <a:lstStyle>
            <a:lvl1pPr marL="0" indent="0">
              <a:buNone/>
              <a:defRPr sz="1350"/>
            </a:lvl1pPr>
          </a:lstStyle>
          <a:p>
            <a:pPr>
              <a:defRPr sz="1800"/>
            </a:pPr>
            <a:r>
              <a:rPr lang="en-US" dirty="0" sz="180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902" y="2465023"/>
            <a:ext cx="2612898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73902" y="2742022"/>
            <a:ext cx="2612898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9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8183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307735"/>
            <a:ext cx="1783080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606165"/>
            <a:ext cx="1783080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06039" y="1307735"/>
            <a:ext cx="1783080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06039" y="1606165"/>
            <a:ext cx="1783080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4879" y="1307735"/>
            <a:ext cx="1783080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54880" y="1606165"/>
            <a:ext cx="1783080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3720" y="1307735"/>
            <a:ext cx="1783080" cy="300082"/>
          </a:xfrm>
        </p:spPr>
        <p:txBody>
          <a:bodyPr anchor="t"/>
          <a:lstStyle>
            <a:lvl1pPr marL="0" indent="0">
              <a:buNone/>
              <a:defRPr sz="15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/>
            </a:pPr>
            <a:r>
              <a:rPr lang="en-US" dirty="0" sz="180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03720" y="1606165"/>
            <a:ext cx="1783080" cy="821763"/>
          </a:xfrm>
        </p:spPr>
        <p:txBody>
          <a:bodyPr/>
          <a:lstStyle>
            <a:lvl1pPr marL="0" indent="0">
              <a:buNone/>
              <a:defRPr sz="1350"/>
            </a:lvl1pPr>
            <a:lvl2pPr marL="214313" indent="0">
              <a:buNone/>
              <a:defRPr sz="1200"/>
            </a:lvl2pPr>
            <a:lvl3pPr marL="471488" indent="0">
              <a:buNone/>
              <a:defRPr sz="1050"/>
            </a:lvl3pPr>
            <a:lvl4pPr marL="644129" indent="0">
              <a:buNone/>
              <a:defRPr sz="900"/>
            </a:lvl4pPr>
            <a:lvl5pPr marL="772716" indent="0">
              <a:buNone/>
              <a:defRPr sz="900"/>
            </a:lvl5pPr>
          </a:lstStyle>
          <a:p>
            <a:pPr lvl="0">
              <a:defRPr sz="1800"/>
            </a:pPr>
            <a:r>
              <a:rPr lang="en-US" dirty="0" sz="1800"/>
              <a:t>Enter text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8183"/>
            <a:ext cx="8229600" cy="424732"/>
          </a:xfrm>
        </p:spPr>
        <p:txBody>
          <a:bodyPr anchor="t" anchorCtr="0"/>
          <a:lstStyle>
            <a:lvl1pPr>
              <a:defRPr sz="24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285876"/>
            <a:ext cx="4029076" cy="25853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 sz="1800"/>
            </a:pPr>
            <a:r>
              <a:rPr lang="en-US" dirty="0" sz="180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57725" y="1285875"/>
            <a:ext cx="4029075" cy="3371849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 sz="1800"/>
            </a:pPr>
            <a:r>
              <a:rPr lang="en-US" sz="1800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7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143499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>
              <a:defRPr sz="1800"/>
            </a:pPr>
            <a:r>
              <a:rPr lang="en-US" sz="180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A55C8-9EB1-43B1-BF66-2D7F31D1B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8323"/>
            <a:ext cx="82296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Enter unique title of slide for accessibility</a:t>
            </a:r>
          </a:p>
        </p:txBody>
      </p:sp>
    </p:spTree>
    <p:extLst>
      <p:ext uri="{BB962C8B-B14F-4D97-AF65-F5344CB8AC3E}">
        <p14:creationId xmlns:p14="http://schemas.microsoft.com/office/powerpoint/2010/main" val="341040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13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8851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3890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9269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9313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78851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83890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179269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2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4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logo 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313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88511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3890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9269" y="1645920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9313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788511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83890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179269" y="3044952"/>
            <a:ext cx="1371600" cy="822960"/>
          </a:xfrm>
        </p:spPr>
        <p:txBody>
          <a:bodyPr>
            <a:noAutofit/>
          </a:bodyPr>
          <a:lstStyle>
            <a:lvl1pPr marL="0" indent="0">
              <a:buNone/>
              <a:defRPr sz="825">
                <a:solidFill>
                  <a:schemeClr val="tx1"/>
                </a:solidFill>
              </a:defRPr>
            </a:lvl1pPr>
            <a:lvl2pPr marL="214313" indent="0">
              <a:buNone/>
              <a:defRPr/>
            </a:lvl2pPr>
            <a:lvl3pPr marL="471488" indent="0">
              <a:buNone/>
              <a:defRPr/>
            </a:lvl3pPr>
            <a:lvl4pPr marL="644129" indent="0">
              <a:buNone/>
              <a:defRPr/>
            </a:lvl4pPr>
            <a:lvl5pPr marL="772716" indent="0">
              <a:buNone/>
              <a:defRPr/>
            </a:lvl5pPr>
          </a:lstStyle>
          <a:p>
            <a:pPr lvl="0">
              <a:defRPr sz="1800"/>
            </a:pPr>
            <a:r>
              <a:rPr lang="en-US" dirty="0" sz="180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53893-C485-985E-FAD5-B4EB7583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9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285875"/>
            <a:ext cx="3936206" cy="153041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285875"/>
            <a:ext cx="3936207" cy="153041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4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1091976"/>
            <a:ext cx="8229600" cy="216982"/>
          </a:xfrm>
        </p:spPr>
        <p:txBody>
          <a:bodyPr/>
          <a:lstStyle>
            <a:lvl1pPr marL="0" indent="0">
              <a:buNone/>
              <a:defRPr sz="900" b="1" i="0" cap="all" spc="225" baseline="0"/>
            </a:lvl1pPr>
          </a:lstStyle>
          <a:p>
            <a:pPr lvl="0"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3936206" cy="1786899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600198"/>
            <a:ext cx="3936207" cy="1786899"/>
          </a:xfrm>
        </p:spPr>
        <p:txBody>
          <a:bodyPr/>
          <a:lstStyle>
            <a:lvl1pPr marL="0" indent="0">
              <a:spcAft>
                <a:spcPts val="1350"/>
              </a:spcAft>
              <a:buNone/>
              <a:defRPr sz="1800"/>
            </a:lvl1pPr>
            <a:lvl2pPr marL="214313" indent="0">
              <a:spcAft>
                <a:spcPts val="1350"/>
              </a:spcAft>
              <a:buNone/>
              <a:defRPr sz="1500"/>
            </a:lvl2pPr>
            <a:lvl3pPr marL="471488" indent="0">
              <a:spcAft>
                <a:spcPts val="1350"/>
              </a:spcAft>
              <a:buNone/>
              <a:defRPr sz="1350"/>
            </a:lvl3pPr>
            <a:lvl4pPr marL="685800" indent="0">
              <a:spcAft>
                <a:spcPts val="1350"/>
              </a:spcAft>
              <a:buNone/>
              <a:defRPr sz="1200"/>
            </a:lvl4pPr>
            <a:lvl5pPr marL="857250" indent="0">
              <a:spcAft>
                <a:spcPts val="1350"/>
              </a:spcAft>
              <a:buNone/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1091976"/>
            <a:ext cx="8229600" cy="216982"/>
          </a:xfrm>
        </p:spPr>
        <p:txBody>
          <a:bodyPr/>
          <a:lstStyle>
            <a:lvl1pPr marL="0" indent="0">
              <a:buNone/>
              <a:defRPr sz="900" b="1" i="0" cap="all" spc="225" baseline="0"/>
            </a:lvl1pPr>
          </a:lstStyle>
          <a:p>
            <a:pPr lvl="0">
              <a:defRPr sz="1800"/>
            </a:pPr>
            <a:r>
              <a:rPr lang="en-US" dirty="0" sz="180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3936206" cy="153041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600200"/>
            <a:ext cx="3936207" cy="1530419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458316"/>
            <a:ext cx="6050446" cy="1463478"/>
          </a:xfrm>
        </p:spPr>
        <p:txBody>
          <a:bodyPr anchor="b" anchorCtr="0"/>
          <a:lstStyle>
            <a:lvl1pPr>
              <a:defRPr sz="33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5027" y="1485901"/>
            <a:ext cx="232172" cy="106183"/>
          </a:xfrm>
          <a:blipFill>
            <a:blip r:embed="rId2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171450" indent="0">
              <a:buNone/>
              <a:defRPr sz="750"/>
            </a:lvl2pPr>
            <a:lvl3pPr marL="342900" indent="0">
              <a:buNone/>
              <a:defRPr sz="750"/>
            </a:lvl3pPr>
            <a:lvl4pPr marL="514350" indent="0">
              <a:buNone/>
              <a:defRPr sz="750"/>
            </a:lvl4pPr>
            <a:lvl5pPr marL="514350" indent="0">
              <a:buNone/>
              <a:defRPr sz="750"/>
            </a:lvl5pPr>
          </a:lstStyle>
          <a:p>
            <a:pPr lvl="0">
              <a:defRPr sz="1800"/>
            </a:pPr>
            <a:r>
              <a:rPr lang="en-US" dirty="0" sz="180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8113" y="2455664"/>
            <a:ext cx="232172" cy="106183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171450" indent="0">
              <a:buNone/>
              <a:defRPr sz="750"/>
            </a:lvl2pPr>
            <a:lvl3pPr marL="342900" indent="0">
              <a:buNone/>
              <a:defRPr sz="750"/>
            </a:lvl3pPr>
            <a:lvl4pPr marL="514350" indent="0">
              <a:buNone/>
              <a:defRPr sz="750"/>
            </a:lvl4pPr>
            <a:lvl5pPr marL="514350" indent="0">
              <a:buNone/>
              <a:defRPr sz="750"/>
            </a:lvl5pPr>
          </a:lstStyle>
          <a:p>
            <a:pPr lvl="0">
              <a:defRPr sz="1800"/>
            </a:pPr>
            <a:r>
              <a:rPr lang="en-US" dirty="0" sz="180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095625"/>
            <a:ext cx="6050446" cy="30008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500" b="1"/>
            </a:lvl1pPr>
          </a:lstStyle>
          <a:p>
            <a:pPr lvl="0">
              <a:defRPr sz="1800"/>
            </a:pPr>
            <a:r>
              <a:rPr lang="en-US" dirty="0" sz="180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372624"/>
            <a:ext cx="6050446" cy="25853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>
              <a:defRPr sz="1800"/>
            </a:pPr>
            <a:r>
              <a:rPr lang="en-US" dirty="0" sz="180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-gradi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08AB68-8722-5843-BF9F-A3F4FC821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0" y="0"/>
            <a:ext cx="9148572" cy="51481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D11D-2816-3114-A8F5-E8B514414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4745935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9265F-5EAE-0472-DB85-35545143E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20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983C2-B45D-83B2-DEBB-13EE7EB37C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" y="0"/>
            <a:ext cx="9148572" cy="51514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652DCA-4AC9-775C-0163-9BC0A69D68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6986"/>
            <a:ext cx="4559576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1C3DD9-BC3F-A0E3-AE52-73EBBFFA3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2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a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50BF9-1884-DA8A-63FF-C319D9447F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" y="0"/>
            <a:ext cx="9148572" cy="515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05CD5-C9B0-77D6-F39A-27C31866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5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9B1D4-5970-8C3B-12DD-B9476EDF01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278114-D3F7-B54A-6374-99017BCD4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77688"/>
            <a:ext cx="3351585" cy="1588127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732A0E-627E-6BB5-4778-0405DCF82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42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do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91A42F-B664-7CC3-3A58-FCC8A6386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0"/>
            <a:ext cx="9148572" cy="5151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586740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B3D91C-D865-6FC2-D2E0-03C82BB0A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3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1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1437F-4962-CCEB-FA6E-98FCAF9241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91BC98-9E55-8FE0-8159-585DC71F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77688"/>
            <a:ext cx="3351585" cy="1588127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AC2B71-6777-231C-A5E4-6EC9611B1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22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1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475AE7-24FF-DF8C-64F3-3F1D9EF4BC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-1"/>
            <a:ext cx="9148572" cy="51514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91BC98-9E55-8FE0-8159-585DC71F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77688"/>
            <a:ext cx="3351585" cy="1588127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6403B7-D116-C2BB-3214-DB28F71D0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62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1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0E53D-EC4A-296C-3EB7-E8602576BB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91BC98-9E55-8FE0-8159-585DC71FB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77688"/>
            <a:ext cx="3351585" cy="1588127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B2655-9E85-B8E2-6D82-00AA87486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6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2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CFD3F7-03A2-C756-F7DD-E8AA5C8F6F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642739-FCFC-732F-675E-D05A770D89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4499942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80C7FC-B710-831F-4985-8813D1F38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53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2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D3074-87A6-3A16-060E-39F1DCE4C3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-1"/>
            <a:ext cx="9148572" cy="515143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642739-FCFC-732F-675E-D05A770D89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4499942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6D6F42-F762-B98F-62EE-17A33EFA5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1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2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D8D558-7F6F-1BD7-8848-65F7E77EF4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642739-FCFC-732F-675E-D05A770D89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26986"/>
            <a:ext cx="4499942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95554-48CA-50C2-C2AB-77E018B09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28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3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8C7E8-8A1D-F15B-3265-588426CCC8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BAF000-7B42-BB90-0866-8E9AE1807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851416"/>
            <a:ext cx="565785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B97645-EB68-8CCB-7E85-B2CAC3683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20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3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99971D-1771-3E10-24B8-44C43BF1F6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-1"/>
            <a:ext cx="9148572" cy="51514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BAF000-7B42-BB90-0866-8E9AE1807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851416"/>
            <a:ext cx="565785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5949CA-11FB-14B1-737B-273025A11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4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olor set 1 - block comp 3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3AED0-9837-7EC6-D1AF-7F33132CD0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BAF000-7B42-BB90-0866-8E9AE1807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851416"/>
            <a:ext cx="5657850" cy="1089529"/>
          </a:xfrm>
        </p:spPr>
        <p:txBody>
          <a:bodyPr anchor="ctr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891D98CA-91DB-C845-88C4-F4C26858D263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86390B-DFE9-6BF5-66E3-7218A062B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3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85875"/>
            <a:ext cx="8229600" cy="1283685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1pPr>
            <a:lvl2pPr marL="1714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2pPr>
            <a:lvl3pPr marL="3429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3pPr>
            <a:lvl4pPr marL="5143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4pPr>
            <a:lvl5pPr marL="6858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5pPr>
          </a:lstStyle>
          <a:p>
            <a:pPr lvl="0">
              <a:defRPr sz="1800"/>
            </a:pPr>
            <a:r>
              <a:rPr lang="en-US" dirty="0" sz="1800"/>
              <a:t>Type or paste plain-text code here; or click icon to add image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4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285875"/>
            <a:ext cx="3936206" cy="1283685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1pPr>
            <a:lvl2pPr marL="1714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2pPr>
            <a:lvl3pPr marL="3429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3pPr>
            <a:lvl4pPr marL="5143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4pPr>
            <a:lvl5pPr marL="6858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5pPr>
          </a:lstStyle>
          <a:p>
            <a:pPr lvl="0">
              <a:defRPr sz="1800"/>
            </a:pPr>
            <a:r>
              <a:rPr lang="en-US" dirty="0" sz="1800"/>
              <a:t>Enter code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50594" y="1285875"/>
            <a:ext cx="3936207" cy="1283685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1pPr>
            <a:lvl2pPr marL="1714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2pPr>
            <a:lvl3pPr marL="3429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3pPr>
            <a:lvl4pPr marL="51435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4pPr>
            <a:lvl5pPr marL="685800" indent="0">
              <a:spcAft>
                <a:spcPts val="450"/>
              </a:spcAft>
              <a:buNone/>
              <a:defRPr sz="1350">
                <a:latin typeface="Lucida Console" panose="020B0609040504020204" pitchFamily="49" charset="0"/>
              </a:defRPr>
            </a:lvl5pPr>
          </a:lstStyle>
          <a:p>
            <a:pPr lvl="0">
              <a:defRPr sz="1800"/>
            </a:pPr>
            <a:r>
              <a:rPr lang="en-US" dirty="0" sz="1800"/>
              <a:t>Enter code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4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942" y="2419914"/>
            <a:ext cx="5117902" cy="383182"/>
          </a:xfrm>
        </p:spPr>
        <p:txBody>
          <a:bodyPr/>
          <a:lstStyle>
            <a:lvl1pPr>
              <a:defRPr sz="21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/>
        </p:nvSpPr>
        <p:spPr>
          <a:xfrm>
            <a:off x="457199" y="1821656"/>
            <a:ext cx="5150644" cy="71675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j-lt"/>
              </a:rPr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00BE4-01E3-A02D-0CE4-1C82B3BE3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513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56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68536"/>
            <a:ext cx="5867400" cy="1006429"/>
          </a:xfrm>
        </p:spPr>
        <p:txBody>
          <a:bodyPr anchor="ctr" anchorCtr="0"/>
          <a:lstStyle>
            <a:lvl1pPr>
              <a:defRPr sz="33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3601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004" y="1745754"/>
            <a:ext cx="1651992" cy="1651992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51435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pPr>
              <a:defRPr sz="1800"/>
            </a:pPr>
            <a:r>
              <a:rPr lang="en-US" sz="1800"/>
              <a:t>Click icon to add media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D0BE8-3DF9-42ED-B529-6742E64DF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76249"/>
            <a:ext cx="8229600" cy="424732"/>
          </a:xfrm>
        </p:spPr>
        <p:txBody>
          <a:bodyPr/>
          <a:lstStyle/>
          <a:p>
            <a:r>
              <a:rPr lang="en-US" dirty="0"/>
              <a:t>Enter unique title of slide for accessibility</a:t>
            </a:r>
          </a:p>
        </p:txBody>
      </p:sp>
    </p:spTree>
    <p:extLst>
      <p:ext uri="{BB962C8B-B14F-4D97-AF65-F5344CB8AC3E}">
        <p14:creationId xmlns:p14="http://schemas.microsoft.com/office/powerpoint/2010/main" val="277618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1"/>
            <a:ext cx="8229600" cy="507831"/>
          </a:xfrm>
        </p:spPr>
        <p:txBody>
          <a:bodyPr anchor="t" anchorCtr="0"/>
          <a:lstStyle>
            <a:lvl1pPr>
              <a:defRPr sz="3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294209"/>
            <a:ext cx="4029076" cy="25853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 sz="1800"/>
            </a:pPr>
            <a:r>
              <a:rPr lang="en-US" dirty="0" sz="1800"/>
              <a:t>Enter descriptive text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57725" y="1285876"/>
            <a:ext cx="4029075" cy="196669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 sz="1800"/>
            </a:pPr>
            <a:r>
              <a:rPr lang="en-US" dirty="0" sz="1800"/>
              <a:t>Enter text or click icon to add media</a:t>
            </a:r>
          </a:p>
          <a:p>
            <a:pPr lvl="1">
              <a:defRPr sz="1800"/>
            </a:pPr>
            <a:r>
              <a:rPr lang="en-US" dirty="0" sz="1800"/>
              <a:t>Second level</a:t>
            </a:r>
          </a:p>
          <a:p>
            <a:pPr lvl="2">
              <a:defRPr sz="1800"/>
            </a:pPr>
            <a:r>
              <a:rPr lang="en-US" dirty="0" sz="1800"/>
              <a:t>Third level</a:t>
            </a:r>
          </a:p>
          <a:p>
            <a:pPr lvl="3">
              <a:defRPr sz="1800"/>
            </a:pPr>
            <a:r>
              <a:rPr lang="en-US" dirty="0" sz="1800"/>
              <a:t>Fourth level</a:t>
            </a:r>
          </a:p>
          <a:p>
            <a:pPr lvl="4">
              <a:defRPr sz="1800"/>
            </a:pPr>
            <a:r>
              <a:rPr lang="en-US" dirty="0" sz="180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568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gradi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8957-C724-4A64-801C-8DF2F525A5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09124F-E06F-4B4A-BC10-681DCCFDB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0" y="0"/>
            <a:ext cx="9148572" cy="514815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B491-619F-403A-8310-1D29C8690797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2167FA-B358-4BFC-8D58-3474D000E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78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a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65D1B79-F67D-4005-9FD4-77597AB30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D2D97F-31F9-5645-1DF5-2408297623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" y="0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741EF2-9394-A5D5-590E-87B5CBE585D6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CD60F-2EC3-8C40-FA1E-EF74E9A81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48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a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659D276-0939-4482-8050-C69560EFB8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9F6EE-2591-9381-147F-24492EA5E8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" y="0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2A1C6-9D56-0140-2445-5C21341B644F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7312E6-0576-F791-AD71-23C8C5E91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62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do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B89A3FE-4688-4E6A-B620-1E25934B36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D4C49C-5939-8662-A711-3A9C97A42C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9148572" cy="514875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F5490-4037-65DB-FAD3-6A854856B3C1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E64E7-C671-E1CA-A9AD-1D39ADA45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20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do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1E89C96-A870-40FB-A2AE-86CC14A91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88816-3FDE-DB97-B53E-3E18B7C41F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8572" cy="514875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759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759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43DF4D-81EA-4A9B-AB2D-52FA7F3CA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30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1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170E12F-C31F-494C-97C5-1C2F133CF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419D4E-1A11-116F-FA08-E57DA663A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14AEB-7798-CA6E-E226-B8DE6C72D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26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1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C6C0448-E410-4309-A626-898AEE34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6E8984-051A-7661-3156-819A9F6D77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-1"/>
            <a:ext cx="9148572" cy="515143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F82D8D-CD5C-24C6-F7E6-422731A5F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86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1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3EAA418-A116-47F3-A86A-2AD959A7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2CBBB0-2767-53F5-F862-21137BCF06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3" y="1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D9880-F6F1-C7E8-2332-B6AFFFB5E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39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2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D5D73BD-D8FF-4648-BD63-A43051413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22F59-1296-678F-D968-D34524FADB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0"/>
            <a:ext cx="9148572" cy="515143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8E1AF3-7164-587C-51FB-DDBC4E474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1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2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AFDE560-EA3B-45F1-8249-C9855180B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7F489B-74F1-BBD0-ECD6-2D76BEBE37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" y="1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C0E9F-B462-15DB-5BA3-2555B501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78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2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90AC992-CFD3-4172-AABE-751FBE976F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C31D62-8E6D-835D-263D-1E16BA02BF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-1"/>
            <a:ext cx="9148572" cy="515143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340FF9-2598-7297-1850-1AAF6F75D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27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3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5320B64-E8B6-483A-AE53-8A0176C14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ED9E0A-41A0-ACC7-3425-9B1C9B202D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1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81697-DF0F-3DB6-50AD-81AA83504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25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3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7CE52F-6359-4FE3-B107-88928AFC3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B0D50-0903-618A-A2D1-19AB5D1FD5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0"/>
            <a:ext cx="9148572" cy="515143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93A26-8C24-9AFB-B55D-D81F893F6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38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Color set 1 - block comp 3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06FC97B-57F5-4ABD-9A32-19EE94510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464757"/>
            <a:ext cx="8229600" cy="42473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8C0059-31E1-42F5-3800-CDA8EC5427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5" y="1"/>
            <a:ext cx="9148572" cy="515143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44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344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2693149"/>
            <a:ext cx="1495566" cy="300082"/>
          </a:xfrm>
        </p:spPr>
        <p:txBody>
          <a:bodyPr anchor="b" anchorCtr="0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5969" y="2993232"/>
            <a:ext cx="1495566" cy="424732"/>
          </a:xfrm>
        </p:spPr>
        <p:txBody>
          <a:bodyPr/>
          <a:lstStyle>
            <a:lvl1pPr marL="0" indent="0">
              <a:spcAft>
                <a:spcPts val="45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sz="1800"/>
            </a:pPr>
            <a:r>
              <a:rPr lang="en-US" dirty="0" sz="180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/>
        </p:nvSpPr>
        <p:spPr>
          <a:xfrm>
            <a:off x="457199" y="1845908"/>
            <a:ext cx="5150644" cy="69249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B6651-2A97-2363-2BA7-0F8D2C2FBC59}"/>
              </a:ext>
            </a:extLst>
          </p:cNvPr>
          <p:cNvSpPr txBox="1"/>
          <p:nvPr/>
        </p:nvSpPr>
        <p:spPr>
          <a:xfrm>
            <a:off x="378358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1"/>
                </a:solidFill>
              </a:rPr>
              <a:t>© </a:t>
            </a:r>
            <a:fld id="{C9305E1C-00C6-7741-A376-0D18F41A32E6}" type="datetimeyyyy">
              <a:rPr lang="en-US" sz="450" smtClean="0">
                <a:solidFill>
                  <a:schemeClr val="tx1"/>
                </a:solidFill>
              </a:rPr>
              <a:t>2026</a:t>
            </a:fld>
            <a:r>
              <a:rPr lang="en-US" sz="450" dirty="0">
                <a:solidFill>
                  <a:schemeClr val="tx1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DAAA5-79F5-B7F3-DCD2-627D1F886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527974"/>
            <a:ext cx="752380" cy="4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47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07247" y="1289237"/>
            <a:ext cx="1879554" cy="3368488"/>
          </a:xfrm>
        </p:spPr>
        <p:txBody>
          <a:bodyPr vert="eaVert"/>
          <a:lstStyle/>
          <a:p>
            <a:pPr lvl="0">
              <a:defRPr sz="1800"/>
            </a:pPr>
            <a:r>
              <a:rPr lang="en-US" sz="1800"/>
              <a:t>Click to edit Master text styles</a:t>
            </a:r>
          </a:p>
          <a:p>
            <a:pPr lvl="1">
              <a:defRPr sz="1800"/>
            </a:pPr>
            <a:r>
              <a:rPr lang="en-US" sz="1800"/>
              <a:t>Second level</a:t>
            </a:r>
          </a:p>
          <a:p>
            <a:pPr lvl="2">
              <a:defRPr sz="1800"/>
            </a:pPr>
            <a:r>
              <a:rPr lang="en-US" sz="1800"/>
              <a:t>Third level</a:t>
            </a:r>
          </a:p>
          <a:p>
            <a:pPr lvl="3">
              <a:defRPr sz="1800"/>
            </a:pPr>
            <a:r>
              <a:rPr lang="en-US" sz="1800"/>
              <a:t>Fourth level</a:t>
            </a:r>
          </a:p>
          <a:p>
            <a:pPr lvl="4">
              <a:defRPr sz="1800"/>
            </a:pPr>
            <a:r>
              <a:rPr lang="en-US" sz="180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12769" y="685800"/>
            <a:ext cx="674031" cy="3971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0670" y="685800"/>
            <a:ext cx="1588705" cy="3971926"/>
          </a:xfrm>
        </p:spPr>
        <p:txBody>
          <a:bodyPr vert="eaVert"/>
          <a:lstStyle/>
          <a:p>
            <a:pPr lvl="0">
              <a:defRPr sz="1800"/>
            </a:pPr>
            <a:r>
              <a:rPr lang="en-US" sz="1800"/>
              <a:t>Click to edit Master text styles</a:t>
            </a:r>
          </a:p>
          <a:p>
            <a:pPr lvl="1">
              <a:defRPr sz="1800"/>
            </a:pPr>
            <a:r>
              <a:rPr lang="en-US" sz="1800"/>
              <a:t>Second level</a:t>
            </a:r>
          </a:p>
          <a:p>
            <a:pPr lvl="2">
              <a:defRPr sz="1800"/>
            </a:pPr>
            <a:r>
              <a:rPr lang="en-US" sz="1800"/>
              <a:t>Third level</a:t>
            </a:r>
          </a:p>
          <a:p>
            <a:pPr lvl="3">
              <a:defRPr sz="1800"/>
            </a:pPr>
            <a:r>
              <a:rPr lang="en-US" sz="1800"/>
              <a:t>Fourth level</a:t>
            </a:r>
          </a:p>
          <a:p>
            <a:pPr lvl="4">
              <a:defRPr sz="1800"/>
            </a:pPr>
            <a:r>
              <a:rPr lang="en-US" sz="180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2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/>
        </p:nvSpPr>
        <p:spPr>
          <a:xfrm>
            <a:off x="2614613" y="1884278"/>
            <a:ext cx="5514975" cy="139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4500" dirty="0">
                <a:latin typeface="+mj-lt"/>
              </a:rPr>
              <a:t>Do not use layouts after this slide.</a:t>
            </a:r>
            <a:br>
              <a:rPr lang="en-US" sz="4500" dirty="0">
                <a:latin typeface="+mj-lt"/>
              </a:rPr>
            </a:br>
            <a:r>
              <a:rPr lang="en-US" sz="1500" dirty="0">
                <a:latin typeface="+mj-lt"/>
              </a:rPr>
              <a:t>They are not part of the official template.</a:t>
            </a:r>
            <a:endParaRPr lang="en-US" sz="45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938" y="1585912"/>
            <a:ext cx="1971675" cy="19716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/>
        </p:nvSpPr>
        <p:spPr>
          <a:xfrm>
            <a:off x="285750" y="4752975"/>
            <a:ext cx="3707606" cy="3905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/>
        </p:nvSpPr>
        <p:spPr>
          <a:xfrm>
            <a:off x="285750" y="122791"/>
            <a:ext cx="3707606" cy="3905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891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6789" y="114937"/>
            <a:ext cx="8450024" cy="545741"/>
          </a:xfrm>
        </p:spPr>
        <p:txBody>
          <a:bodyPr>
            <a:normAutofit/>
          </a:bodyPr>
          <a:lstStyle>
            <a:lvl1pPr>
              <a:defRPr sz="2375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901" y="1028701"/>
            <a:ext cx="5206364" cy="3831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 sz="1800"/>
            </a:pPr>
            <a:r>
              <a:rPr lang="en-US" sz="1800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9300" y="1028700"/>
            <a:ext cx="2971800" cy="6740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 sz="1800"/>
            </a:pPr>
            <a:r>
              <a:rPr lang="en-US" sz="1800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DA9AA-7EB5-BC47-9BD7-3F3BB94B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43509" y="4706911"/>
            <a:ext cx="443245" cy="2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2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1800"/>
            </a:pPr>
            <a:r>
              <a:rPr lang="en-US" sz="180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800"/>
            </a:pPr>
            <a:fld id="{241EB5C9-1307-BA42-ABA2-0BC069CD8E7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800"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490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1800"/>
            </a:pPr>
            <a:r>
              <a:rPr lang="en-US" sz="180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800"/>
            </a:pPr>
            <a:fld id="{241EB5C9-1307-BA42-ABA2-0BC069CD8E7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800"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/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42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theme" Target="../theme/theme1.xml"/><Relationship Id="rId9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1"/>
            <a:ext cx="8229600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89237"/>
            <a:ext cx="8229600" cy="167584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/>
        </p:nvSpPr>
        <p:spPr>
          <a:xfrm>
            <a:off x="457200" y="243211"/>
            <a:ext cx="8229600" cy="180975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96900" y="4717125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/>
        </p:nvSpPr>
        <p:spPr>
          <a:xfrm>
            <a:off x="855814" y="4792360"/>
            <a:ext cx="2981907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50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450" smtClean="0">
                <a:solidFill>
                  <a:schemeClr val="tx2"/>
                </a:solidFill>
              </a:rPr>
              <a:t>2026</a:t>
            </a:fld>
            <a:r>
              <a:rPr lang="en-US" sz="450" dirty="0">
                <a:solidFill>
                  <a:schemeClr val="tx2"/>
                </a:solidFill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471" y="4753622"/>
            <a:ext cx="274320" cy="16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chemeClr val="tx2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SzPct val="90000"/>
        <a:buFont typeface="Arial" panose="020B0604020202020204" pitchFamily="34" charset="0"/>
        <a:buChar char="•"/>
        <a:defRPr sz="21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385763" indent="-171450" algn="l" defTabSz="68580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SzPct val="90000"/>
        <a:buFont typeface="Wingdings" panose="05000000000000000000" pitchFamily="2" charset="2"/>
        <a:buChar char="§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642938" indent="-171450" algn="l" defTabSz="68580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mazon Ember" panose="020B0603020204020204" pitchFamily="34" charset="0"/>
        <a:buChar char="–"/>
        <a:defRPr sz="15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772716" indent="-128588" algn="l" defTabSz="68580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901304" indent="-128588" algn="l" defTabSz="68580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135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34163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_theme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Display all the way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theme" id="{64B46E1A-C5DB-A24D-926E-1D736D905668}" vid="{AF746EB2-66E0-204E-8B35-5BFFDEF530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aws_theme</Template>
  <TotalTime>2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Amazon Ember</vt:lpstr>
      <vt:lpstr>Amazon Ember Display</vt:lpstr>
      <vt:lpstr>Amazon Ember Mono</vt:lpstr>
      <vt:lpstr>Arial</vt:lpstr>
      <vt:lpstr>Calibri</vt:lpstr>
      <vt:lpstr>Lucida Console</vt:lpstr>
      <vt:lpstr>Wingdings</vt:lpstr>
      <vt:lpstr>aws_theme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Rao, Harish</cp:lastModifiedBy>
  <cp:revision>7</cp:revision>
  <dcterms:created xsi:type="dcterms:W3CDTF">2017-06-05T14:10:58Z</dcterms:created>
  <dcterms:modified xsi:type="dcterms:W3CDTF">2026-02-22T05:12:06Z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2026-02-22T01:14:42Z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3e1a5470-3aef-4ce4-a853-8a4a8b5de9a5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